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874" r:id="rId4"/>
  </p:sldMasterIdLst>
  <p:notesMasterIdLst>
    <p:notesMasterId r:id="rId6"/>
  </p:notesMasterIdLst>
  <p:handoutMasterIdLst>
    <p:handoutMasterId r:id="rId7"/>
  </p:handoutMasterIdLst>
  <p:sldIdLst>
    <p:sldId id="370" r:id="rId5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36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50B1E966-6961-0F50-8DB6-07965753986E}" name="Emily Zheng" initials="EZ" userId="S::emilyz@2a.consulting::f82caf59-4d99-4b56-845f-be5499779ccb" providerId="AD"/>
  <p188:author id="{E6E8B87A-35F3-49FE-E419-F5DEA76C1124}" name="Ashley Velazquez" initials="AV" userId="S::ashley@2a.consulting::27459dca-8b52-4cc1-803a-85614ebbc311" providerId="AD"/>
  <p188:author id="{495FC490-5893-5148-2CEE-DF14FA24C1F2}" name="Julianne Medenblik" initials="JM" userId="S::julianne@2a.consulting::ce83422f-0c59-4c8a-92c2-5f799f37350a" providerId="AD"/>
  <p188:author id="{B47D1797-3C58-93F2-7A13-61CB28D74573}" name="Olivia Witt" initials="OW" userId="S::Olivia@2a.consulting::b2c89e3c-57a0-4260-818b-d6c94110166d" providerId="AD"/>
  <p188:author id="{3B25209F-F647-DB31-479D-5D150D45701C}" name="Sarah Silva" initials="SS" userId="S::sarah@2a.consulting::c5438fce-4105-481a-92ae-1da751e199b6" providerId="AD"/>
  <p188:author id="{1A7C51AB-2E0C-E736-49D8-5D39035CDDB3}" name="Thad Allen" initials="TA" userId="S::Thad@2a.consulting::98f32c8c-fee0-4a69-a934-b7883cb118a7" providerId="AD"/>
  <p188:author id="{3BC929E5-C3D9-C54A-E1F4-976C3F59A026}" name="Michelle Francis" initials="MF" userId="Michelle Francis" providerId="None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42B4FF"/>
    <a:srgbClr val="111724"/>
    <a:srgbClr val="FFBB45"/>
    <a:srgbClr val="EEE8EB"/>
    <a:srgbClr val="C20000"/>
    <a:srgbClr val="0F1520"/>
    <a:srgbClr val="0B1018"/>
    <a:srgbClr val="0C1019"/>
    <a:srgbClr val="111928"/>
    <a:srgbClr val="1A233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FABFCF23-3B69-468F-B69F-88F6DE6A72F2}" styleName="Medium Style 1 - Accent 5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5"/>
              </a:solidFill>
            </a:ln>
          </a:left>
          <a:right>
            <a:ln w="12700" cmpd="sng">
              <a:solidFill>
                <a:schemeClr val="accent5"/>
              </a:solidFill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 w="12700" cmpd="sng">
              <a:solidFill>
                <a:schemeClr val="accent5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5">
              <a:tint val="20000"/>
            </a:schemeClr>
          </a:solidFill>
        </a:fill>
      </a:tcStyle>
    </a:band1H>
    <a:band1V>
      <a:tcStyle>
        <a:tcBdr/>
        <a:fill>
          <a:solidFill>
            <a:schemeClr val="accent5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5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5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7154"/>
    <p:restoredTop sz="85932"/>
  </p:normalViewPr>
  <p:slideViewPr>
    <p:cSldViewPr snapToGrid="0" showGuides="1">
      <p:cViewPr varScale="1">
        <p:scale>
          <a:sx n="128" d="100"/>
          <a:sy n="128" d="100"/>
        </p:scale>
        <p:origin x="2112" y="184"/>
      </p:cViewPr>
      <p:guideLst>
        <p:guide orient="horz" pos="2136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98" d="100"/>
        <a:sy n="98" d="100"/>
      </p:scale>
      <p:origin x="0" y="0"/>
    </p:cViewPr>
  </p:sorterViewPr>
  <p:notesViewPr>
    <p:cSldViewPr snapToGrid="0" showGuides="1">
      <p:cViewPr varScale="1">
        <p:scale>
          <a:sx n="118" d="100"/>
          <a:sy n="118" d="100"/>
        </p:scale>
        <p:origin x="5160" y="200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customXml" Target="../customXml/item3.xml"/><Relationship Id="rId7" Type="http://schemas.openxmlformats.org/officeDocument/2006/relationships/handoutMaster" Target="handoutMasters/handoutMaster1.xml"/><Relationship Id="rId12" Type="http://schemas.microsoft.com/office/2018/10/relationships/authors" Target="authors.xml"/><Relationship Id="rId2" Type="http://schemas.openxmlformats.org/officeDocument/2006/relationships/customXml" Target="../customXml/item2.xml"/><Relationship Id="rId1" Type="http://schemas.openxmlformats.org/officeDocument/2006/relationships/customXml" Target="../customXml/item1.xml"/><Relationship Id="rId6" Type="http://schemas.openxmlformats.org/officeDocument/2006/relationships/notesMaster" Target="notesMasters/notesMaster1.xml"/><Relationship Id="rId11" Type="http://schemas.openxmlformats.org/officeDocument/2006/relationships/tableStyles" Target="tableStyles.xml"/><Relationship Id="rId5" Type="http://schemas.openxmlformats.org/officeDocument/2006/relationships/slide" Target="slides/slide1.xml"/><Relationship Id="rId10" Type="http://schemas.openxmlformats.org/officeDocument/2006/relationships/theme" Target="theme/theme1.xml"/><Relationship Id="rId4" Type="http://schemas.openxmlformats.org/officeDocument/2006/relationships/slideMaster" Target="slideMasters/slideMaster1.xml"/><Relationship Id="rId9" Type="http://schemas.openxmlformats.org/officeDocument/2006/relationships/viewProps" Target="viewProp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A109889A-270F-B6E5-3972-50E5E524726C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11028168-7E2B-F626-57B5-32EE17174CD1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4264C6C-A75F-4F4B-983B-561CAC384A89}" type="datetimeFigureOut">
              <a:rPr lang="en-US" smtClean="0"/>
              <a:t>11/12/25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B2EDBBA-8B98-DADA-0E7B-B3B8BA50DD01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C6926BD-6BEF-4459-AB9E-AA5FEF3EA66F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6748BA5-07AE-424D-88E6-9F6246581C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15776973"/>
      </p:ext>
    </p:extLst>
  </p:cSld>
  <p:clrMap bg1="lt1" tx1="dk1" bg2="lt2" tx2="dk2" accent1="accent1" accent2="accent2" accent3="accent3" accent4="accent4" accent5="accent5" accent6="accent6" hlink="hlink" folHlink="folHlink"/>
  <p:extLst>
    <p:ext uri="{56416CCD-93CA-4268-BC5B-53C4BB910035}">
      <p15:sldGuideLst xmlns:p15="http://schemas.microsoft.com/office/powerpoint/2012/main">
        <p15:guide id="1" orient="horz" pos="2880" userDrawn="1">
          <p15:clr>
            <a:srgbClr val="F26B43"/>
          </p15:clr>
        </p15:guide>
        <p15:guide id="2" pos="2160" userDrawn="1">
          <p15:clr>
            <a:srgbClr val="F26B43"/>
          </p15:clr>
        </p15:guide>
      </p15:sldGuideLst>
    </p:ext>
  </p:extLst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ECC8E03-5825-4C42-8DC2-B65F04B88FE7}" type="datetimeFigureOut">
              <a:rPr lang="en-US" smtClean="0"/>
              <a:t>11/12/25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14F0C1F-993A-6847-8031-A71E46B1E58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1863539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57822C3-2A4F-9327-43CF-37F4ADBDC2B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>
            <a:extLst>
              <a:ext uri="{FF2B5EF4-FFF2-40B4-BE49-F238E27FC236}">
                <a16:creationId xmlns:a16="http://schemas.microsoft.com/office/drawing/2014/main" id="{E7DB9DBB-63ED-8F54-7425-59C9C449A97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>
            <a:extLst>
              <a:ext uri="{FF2B5EF4-FFF2-40B4-BE49-F238E27FC236}">
                <a16:creationId xmlns:a16="http://schemas.microsoft.com/office/drawing/2014/main" id="{385C73BA-19CC-8FFE-DAA0-F880788ACC0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D342F32B-2074-C25C-62C9-C7FC31DDB99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14F0C1F-993A-6847-8031-A71E46B1E58F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8505729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D926313-2FA2-469F-957D-B5D4672A72D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25038" y="355015"/>
            <a:ext cx="11430001" cy="638175"/>
          </a:xfrm>
        </p:spPr>
        <p:txBody>
          <a:bodyPr/>
          <a:lstStyle>
            <a:lvl1pPr>
              <a:defRPr/>
            </a:lvl1pPr>
          </a:lstStyle>
          <a:p>
            <a:r>
              <a:rPr lang="en-US" dirty="0"/>
              <a:t>Title only layout</a:t>
            </a:r>
          </a:p>
        </p:txBody>
      </p:sp>
    </p:spTree>
    <p:extLst>
      <p:ext uri="{BB962C8B-B14F-4D97-AF65-F5344CB8AC3E}">
        <p14:creationId xmlns:p14="http://schemas.microsoft.com/office/powerpoint/2010/main" val="530241968"/>
      </p:ext>
    </p:extLst>
  </p:cSld>
  <p:clrMapOvr>
    <a:masterClrMapping/>
  </p:clrMapOvr>
  <p:transition>
    <p:fade/>
  </p:transition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Title Placeholder 1">
            <a:extLst>
              <a:ext uri="{FF2B5EF4-FFF2-40B4-BE49-F238E27FC236}">
                <a16:creationId xmlns:a16="http://schemas.microsoft.com/office/drawing/2014/main" id="{4DFFD08F-49D6-8825-ABAB-CF8590FC67E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25038" y="355015"/>
            <a:ext cx="11430001" cy="638175"/>
          </a:xfrm>
          <a:prstGeom prst="rect">
            <a:avLst/>
          </a:prstGeom>
        </p:spPr>
        <p:txBody>
          <a:bodyPr vert="horz" lIns="0" tIns="45720" rIns="0" bIns="45720" rtlCol="0" anchor="t">
            <a:no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26" name="Text Placeholder 2">
            <a:extLst>
              <a:ext uri="{FF2B5EF4-FFF2-40B4-BE49-F238E27FC236}">
                <a16:creationId xmlns:a16="http://schemas.microsoft.com/office/drawing/2014/main" id="{6BF5023C-9DDF-2272-283E-FA3171F1D1C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25038" y="1384288"/>
            <a:ext cx="11430001" cy="2154436"/>
          </a:xfrm>
          <a:prstGeom prst="rect">
            <a:avLst/>
          </a:prstGeom>
        </p:spPr>
        <p:txBody>
          <a:bodyPr vert="horz" wrap="square" lIns="0" tIns="45720" rIns="0" bIns="45720" rtlCol="0">
            <a:sp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330531185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883" r:id="rId1"/>
  </p:sldLayoutIdLst>
  <p:transition>
    <p:fade/>
  </p:transition>
  <p:hf hdr="0" ftr="0" dt="0"/>
  <p:txStyles>
    <p:titleStyle>
      <a:lvl1pPr algn="l" defTabSz="914400" rtl="0" eaLnBrk="1" latinLnBrk="0" hangingPunct="1">
        <a:lnSpc>
          <a:spcPct val="100000"/>
        </a:lnSpc>
        <a:spcBef>
          <a:spcPct val="0"/>
        </a:spcBef>
        <a:buNone/>
        <a:defRPr sz="3200" b="1" kern="1200" spc="0" baseline="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85750" indent="-285750" algn="l" defTabSz="914400" rtl="0" eaLnBrk="1" latinLnBrk="0" hangingPunct="1">
        <a:lnSpc>
          <a:spcPct val="100000"/>
        </a:lnSpc>
        <a:spcBef>
          <a:spcPts val="0"/>
        </a:spcBef>
        <a:spcAft>
          <a:spcPts val="1200"/>
        </a:spcAft>
        <a:buClr>
          <a:schemeClr val="tx1"/>
        </a:buClr>
        <a:buSzPct val="90000"/>
        <a:buFont typeface="Amazon Ember Display" panose="020F0603020204020204" pitchFamily="34" charset="0"/>
        <a:buChar char="•"/>
        <a:tabLst/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573088" indent="-344488" algn="l" defTabSz="914400" rtl="0" eaLnBrk="1" latinLnBrk="0" hangingPunct="1">
        <a:lnSpc>
          <a:spcPct val="100000"/>
        </a:lnSpc>
        <a:spcBef>
          <a:spcPts val="0"/>
        </a:spcBef>
        <a:spcAft>
          <a:spcPts val="1200"/>
        </a:spcAft>
        <a:buClr>
          <a:schemeClr val="tx1"/>
        </a:buClr>
        <a:buSzPct val="90000"/>
        <a:buFont typeface="Wingdings" panose="05000000000000000000" pitchFamily="2" charset="2"/>
        <a:buChar char="§"/>
        <a:tabLst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641350" indent="-409575" algn="l" defTabSz="914400" rtl="0" eaLnBrk="1" latinLnBrk="0" hangingPunct="1">
        <a:lnSpc>
          <a:spcPct val="100000"/>
        </a:lnSpc>
        <a:spcBef>
          <a:spcPts val="0"/>
        </a:spcBef>
        <a:spcAft>
          <a:spcPts val="600"/>
        </a:spcAft>
        <a:buClr>
          <a:schemeClr val="tx1"/>
        </a:buClr>
        <a:buFont typeface="Amazon Ember Display" panose="020F0603020204020204" pitchFamily="34" charset="0"/>
        <a:buChar char="–"/>
        <a:tabLst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914400" indent="-228600" algn="l" defTabSz="914400" rtl="0" eaLnBrk="1" latinLnBrk="0" hangingPunct="1">
        <a:lnSpc>
          <a:spcPct val="100000"/>
        </a:lnSpc>
        <a:spcBef>
          <a:spcPts val="0"/>
        </a:spcBef>
        <a:spcAft>
          <a:spcPts val="600"/>
        </a:spcAft>
        <a:buClr>
          <a:schemeClr val="tx1"/>
        </a:buClr>
        <a:buFont typeface="Amazon Ember Display" panose="020F0603020204020204" pitchFamily="34" charset="0"/>
        <a:buChar char="•"/>
        <a:tabLst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914400" indent="-228600" algn="l" defTabSz="914400" rtl="0" eaLnBrk="1" latinLnBrk="0" hangingPunct="1">
        <a:lnSpc>
          <a:spcPct val="100000"/>
        </a:lnSpc>
        <a:spcBef>
          <a:spcPts val="0"/>
        </a:spcBef>
        <a:buClr>
          <a:schemeClr val="tx1"/>
        </a:buClr>
        <a:buFont typeface="Amazon Ember Display" panose="020F0603020204020204" pitchFamily="34" charset="0"/>
        <a:buChar char="•"/>
        <a:tabLst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mazon Ember Display" panose="020F0603020204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mazon Ember Display" panose="020F0603020204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mazon Ember Display" panose="020F0603020204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mazon Ember Display" panose="020F0603020204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3" orient="horz" pos="216" userDrawn="1">
          <p15:clr>
            <a:srgbClr val="F26B43"/>
          </p15:clr>
        </p15:guide>
        <p15:guide id="4" orient="horz" pos="3912">
          <p15:clr>
            <a:srgbClr val="F26B43"/>
          </p15:clr>
        </p15:guide>
        <p15:guide id="5" pos="264" userDrawn="1">
          <p15:clr>
            <a:srgbClr val="F26B43"/>
          </p15:clr>
        </p15:guide>
        <p15:guide id="6" pos="7464" userDrawn="1">
          <p15:clr>
            <a:srgbClr val="F26B43"/>
          </p15:clr>
        </p15:guide>
        <p15:guide id="7" orient="horz" pos="864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svg"/><Relationship Id="rId13" Type="http://schemas.openxmlformats.org/officeDocument/2006/relationships/image" Target="../media/image12.png"/><Relationship Id="rId18" Type="http://schemas.openxmlformats.org/officeDocument/2006/relationships/image" Target="../media/image17.svg"/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12" Type="http://schemas.openxmlformats.org/officeDocument/2006/relationships/image" Target="../media/image11.svg"/><Relationship Id="rId17" Type="http://schemas.openxmlformats.org/officeDocument/2006/relationships/image" Target="../media/image16.png"/><Relationship Id="rId2" Type="http://schemas.openxmlformats.org/officeDocument/2006/relationships/notesSlide" Target="../notesSlides/notesSlide1.xml"/><Relationship Id="rId16" Type="http://schemas.openxmlformats.org/officeDocument/2006/relationships/image" Target="../media/image15.svg"/><Relationship Id="rId20" Type="http://schemas.openxmlformats.org/officeDocument/2006/relationships/image" Target="../media/image19.sv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svg"/><Relationship Id="rId11" Type="http://schemas.openxmlformats.org/officeDocument/2006/relationships/image" Target="../media/image10.png"/><Relationship Id="rId5" Type="http://schemas.openxmlformats.org/officeDocument/2006/relationships/image" Target="../media/image4.png"/><Relationship Id="rId15" Type="http://schemas.openxmlformats.org/officeDocument/2006/relationships/image" Target="../media/image14.png"/><Relationship Id="rId10" Type="http://schemas.openxmlformats.org/officeDocument/2006/relationships/image" Target="../media/image9.svg"/><Relationship Id="rId19" Type="http://schemas.openxmlformats.org/officeDocument/2006/relationships/image" Target="../media/image18.png"/><Relationship Id="rId4" Type="http://schemas.openxmlformats.org/officeDocument/2006/relationships/image" Target="../media/image3.svg"/><Relationship Id="rId9" Type="http://schemas.openxmlformats.org/officeDocument/2006/relationships/image" Target="../media/image8.png"/><Relationship Id="rId14" Type="http://schemas.openxmlformats.org/officeDocument/2006/relationships/image" Target="../media/image13.sv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9A6F7BE-F3C0-5E6B-E523-BB742F580F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1320E19F-19AB-38A4-3207-F9EBCAEB8FC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ja-JP" dirty="0"/>
              <a:t>SQL Converter Agent Architecture</a:t>
            </a:r>
            <a:endParaRPr kumimoji="1" lang="ja-JP" altLang="en-US"/>
          </a:p>
        </p:txBody>
      </p:sp>
      <p:pic>
        <p:nvPicPr>
          <p:cNvPr id="9" name="Graphic 23" descr="A representation of a general resource icon.">
            <a:extLst>
              <a:ext uri="{FF2B5EF4-FFF2-40B4-BE49-F238E27FC236}">
                <a16:creationId xmlns:a16="http://schemas.microsoft.com/office/drawing/2014/main" id="{3BEFAF75-B622-CF24-4446-AEA6EFC2E83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rcRect/>
          <a:stretch/>
        </p:blipFill>
        <p:spPr bwMode="auto">
          <a:xfrm flipH="1">
            <a:off x="822876" y="4088428"/>
            <a:ext cx="469900" cy="4699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5" name="Rectangle 21">
            <a:extLst>
              <a:ext uri="{FF2B5EF4-FFF2-40B4-BE49-F238E27FC236}">
                <a16:creationId xmlns:a16="http://schemas.microsoft.com/office/drawing/2014/main" id="{93D84ABD-84A1-EB52-5617-A544AA9D119D}"/>
              </a:ext>
            </a:extLst>
          </p:cNvPr>
          <p:cNvSpPr/>
          <p:nvPr/>
        </p:nvSpPr>
        <p:spPr>
          <a:xfrm>
            <a:off x="1780573" y="1353718"/>
            <a:ext cx="9111208" cy="4680000"/>
          </a:xfrm>
          <a:prstGeom prst="rect">
            <a:avLst/>
          </a:prstGeom>
          <a:noFill/>
          <a:ln w="158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502920" tIns="91440"/>
          <a:lstStyle/>
          <a:p>
            <a:pPr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r>
              <a:rPr lang="en-US" sz="105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AWS Cloud</a:t>
            </a:r>
          </a:p>
        </p:txBody>
      </p:sp>
      <p:pic>
        <p:nvPicPr>
          <p:cNvPr id="26" name="Graphic 22">
            <a:extLst>
              <a:ext uri="{FF2B5EF4-FFF2-40B4-BE49-F238E27FC236}">
                <a16:creationId xmlns:a16="http://schemas.microsoft.com/office/drawing/2014/main" id="{4CF8373F-0328-818B-22B6-D2989F2C2D2A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rcRect/>
          <a:stretch/>
        </p:blipFill>
        <p:spPr>
          <a:xfrm>
            <a:off x="1780573" y="1353718"/>
            <a:ext cx="381000" cy="381000"/>
          </a:xfrm>
          <a:prstGeom prst="rect">
            <a:avLst/>
          </a:prstGeom>
        </p:spPr>
      </p:pic>
      <p:sp>
        <p:nvSpPr>
          <p:cNvPr id="33" name="Rectangle 39">
            <a:extLst>
              <a:ext uri="{FF2B5EF4-FFF2-40B4-BE49-F238E27FC236}">
                <a16:creationId xmlns:a16="http://schemas.microsoft.com/office/drawing/2014/main" id="{474920EF-E862-D292-7533-A322FE45CBB4}"/>
              </a:ext>
            </a:extLst>
          </p:cNvPr>
          <p:cNvSpPr/>
          <p:nvPr/>
        </p:nvSpPr>
        <p:spPr>
          <a:xfrm>
            <a:off x="3641762" y="2275228"/>
            <a:ext cx="6300000" cy="3240000"/>
          </a:xfrm>
          <a:prstGeom prst="rect">
            <a:avLst/>
          </a:prstGeom>
          <a:noFill/>
          <a:ln w="15875">
            <a:solidFill>
              <a:srgbClr val="8C4FF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502920" tIns="91440"/>
          <a:lstStyle/>
          <a:p>
            <a:pPr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r>
              <a:rPr lang="en-US" sz="1050" dirty="0" err="1">
                <a:ln w="0"/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データベースサーバ</a:t>
            </a:r>
            <a:r>
              <a:rPr lang="en-US" sz="1050" dirty="0">
                <a:ln w="0"/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VPC</a:t>
            </a:r>
          </a:p>
        </p:txBody>
      </p:sp>
      <p:pic>
        <p:nvPicPr>
          <p:cNvPr id="34" name="Graphic 40" descr="VPC group icon. ">
            <a:extLst>
              <a:ext uri="{FF2B5EF4-FFF2-40B4-BE49-F238E27FC236}">
                <a16:creationId xmlns:a16="http://schemas.microsoft.com/office/drawing/2014/main" id="{B98F45AB-FE28-918B-0127-5A35672D635F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rcRect/>
          <a:stretch/>
        </p:blipFill>
        <p:spPr>
          <a:xfrm>
            <a:off x="3641764" y="2275231"/>
            <a:ext cx="381000" cy="381000"/>
          </a:xfrm>
          <a:prstGeom prst="rect">
            <a:avLst/>
          </a:prstGeom>
        </p:spPr>
      </p:pic>
      <p:sp>
        <p:nvSpPr>
          <p:cNvPr id="38" name="Rectangle 31" descr="Region group">
            <a:extLst>
              <a:ext uri="{FF2B5EF4-FFF2-40B4-BE49-F238E27FC236}">
                <a16:creationId xmlns:a16="http://schemas.microsoft.com/office/drawing/2014/main" id="{D3740791-7DE4-3500-0105-532C60BE2789}"/>
              </a:ext>
            </a:extLst>
          </p:cNvPr>
          <p:cNvSpPr/>
          <p:nvPr/>
        </p:nvSpPr>
        <p:spPr>
          <a:xfrm>
            <a:off x="2161573" y="1811778"/>
            <a:ext cx="8240190" cy="3960000"/>
          </a:xfrm>
          <a:prstGeom prst="rect">
            <a:avLst/>
          </a:prstGeom>
          <a:noFill/>
          <a:ln w="15875">
            <a:solidFill>
              <a:srgbClr val="00A4A6"/>
            </a:solidFill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502920" tIns="91440"/>
          <a:lstStyle/>
          <a:p>
            <a:pPr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r>
              <a:rPr lang="en-US" sz="105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Region (us-east-1)</a:t>
            </a:r>
          </a:p>
        </p:txBody>
      </p:sp>
      <p:pic>
        <p:nvPicPr>
          <p:cNvPr id="40" name="Graphic 32" descr="Region group icon.">
            <a:extLst>
              <a:ext uri="{FF2B5EF4-FFF2-40B4-BE49-F238E27FC236}">
                <a16:creationId xmlns:a16="http://schemas.microsoft.com/office/drawing/2014/main" id="{5E2464D6-3C85-D2DF-BCA3-3DD74A26B44C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rcRect/>
          <a:stretch/>
        </p:blipFill>
        <p:spPr>
          <a:xfrm>
            <a:off x="2161573" y="1811778"/>
            <a:ext cx="381000" cy="381000"/>
          </a:xfrm>
          <a:prstGeom prst="rect">
            <a:avLst/>
          </a:prstGeom>
        </p:spPr>
      </p:pic>
      <p:sp>
        <p:nvSpPr>
          <p:cNvPr id="51" name="Rectangle 42">
            <a:extLst>
              <a:ext uri="{FF2B5EF4-FFF2-40B4-BE49-F238E27FC236}">
                <a16:creationId xmlns:a16="http://schemas.microsoft.com/office/drawing/2014/main" id="{D98E2709-5B72-3A20-65AB-0D5ED9699975}"/>
              </a:ext>
            </a:extLst>
          </p:cNvPr>
          <p:cNvSpPr/>
          <p:nvPr/>
        </p:nvSpPr>
        <p:spPr>
          <a:xfrm>
            <a:off x="4022764" y="2752816"/>
            <a:ext cx="5368001" cy="2520000"/>
          </a:xfrm>
          <a:prstGeom prst="rect">
            <a:avLst/>
          </a:prstGeom>
          <a:noFill/>
          <a:ln w="15875">
            <a:solidFill>
              <a:srgbClr val="00A4A6"/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502920" tIns="91440" bIns="45720"/>
          <a:lstStyle/>
          <a:p>
            <a:pPr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r>
              <a:rPr lang="en-US" sz="105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Private subnet</a:t>
            </a:r>
          </a:p>
        </p:txBody>
      </p:sp>
      <p:pic>
        <p:nvPicPr>
          <p:cNvPr id="52" name="Graphic 43" descr="Private subnet group icon. ">
            <a:extLst>
              <a:ext uri="{FF2B5EF4-FFF2-40B4-BE49-F238E27FC236}">
                <a16:creationId xmlns:a16="http://schemas.microsoft.com/office/drawing/2014/main" id="{0FDDF2C1-24E6-2F63-6F96-72A8059E10AA}"/>
              </a:ext>
            </a:extLst>
      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rcRect/>
          <a:stretch/>
        </p:blipFill>
        <p:spPr>
          <a:xfrm>
            <a:off x="4114800" y="2752815"/>
            <a:ext cx="381000" cy="381000"/>
          </a:xfrm>
          <a:prstGeom prst="rect">
            <a:avLst/>
          </a:prstGeom>
        </p:spPr>
      </p:pic>
      <p:sp>
        <p:nvSpPr>
          <p:cNvPr id="59" name="Rectangle 59">
            <a:extLst>
              <a:ext uri="{FF2B5EF4-FFF2-40B4-BE49-F238E27FC236}">
                <a16:creationId xmlns:a16="http://schemas.microsoft.com/office/drawing/2014/main" id="{0C71B32B-E04C-1835-CA77-EB4A9A98C908}"/>
              </a:ext>
            </a:extLst>
          </p:cNvPr>
          <p:cNvSpPr/>
          <p:nvPr/>
        </p:nvSpPr>
        <p:spPr>
          <a:xfrm>
            <a:off x="5072103" y="3244476"/>
            <a:ext cx="2880000" cy="1800000"/>
          </a:xfrm>
          <a:prstGeom prst="rect">
            <a:avLst/>
          </a:prstGeom>
          <a:noFill/>
          <a:ln w="15875">
            <a:solidFill>
              <a:srgbClr val="ED71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502920" tIns="91440"/>
          <a:lstStyle/>
          <a:p>
            <a:pPr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r>
              <a:rPr lang="en-US" sz="1050" dirty="0">
                <a:ln w="0"/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EC2</a:t>
            </a:r>
          </a:p>
          <a:p>
            <a:pPr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r>
              <a:rPr lang="en-US" sz="1050" dirty="0">
                <a:ln w="0"/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Oracle DB</a:t>
            </a:r>
            <a:r>
              <a:rPr lang="ja-JP" altLang="en-US" sz="1050">
                <a:ln w="0"/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サーバ</a:t>
            </a:r>
            <a:endParaRPr lang="en-US" sz="1050" dirty="0">
              <a:ln w="0"/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60" name="Graphic 61439" descr="EC2 instance contents group icon. ">
            <a:extLst>
              <a:ext uri="{FF2B5EF4-FFF2-40B4-BE49-F238E27FC236}">
                <a16:creationId xmlns:a16="http://schemas.microsoft.com/office/drawing/2014/main" id="{AC5F2091-080C-2631-31BA-58B8E9C91761}"/>
              </a:ext>
            </a:extLst>
          </p:cNvPr>
          <p:cNvPicPr>
            <a:picLocks noChangeAspect="1"/>
          </p:cNvPicPr>
          <p:nvPr/>
        </p:nvPicPr>
        <p:blipFill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rcRect/>
          <a:stretch/>
        </p:blipFill>
        <p:spPr>
          <a:xfrm>
            <a:off x="5072107" y="3244481"/>
            <a:ext cx="381000" cy="381000"/>
          </a:xfrm>
          <a:prstGeom prst="rect">
            <a:avLst/>
          </a:prstGeom>
        </p:spPr>
      </p:pic>
      <p:pic>
        <p:nvPicPr>
          <p:cNvPr id="61" name="Graphic 7" descr="Amazon Aurora service icon.">
            <a:extLst>
              <a:ext uri="{FF2B5EF4-FFF2-40B4-BE49-F238E27FC236}">
                <a16:creationId xmlns:a16="http://schemas.microsoft.com/office/drawing/2014/main" id="{A24A1DDC-2AAB-DC5A-01D9-927F9EA5FBA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5">
            <a:extLst>
              <a:ext uri="{96DAC541-7B7A-43D3-8B79-37D633B846F1}">
                <asvg:svgBlip xmlns:asvg="http://schemas.microsoft.com/office/drawing/2016/SVG/main" r:embed="rId16"/>
              </a:ext>
            </a:extLst>
          </a:blip>
          <a:srcRect/>
          <a:stretch/>
        </p:blipFill>
        <p:spPr bwMode="auto">
          <a:xfrm>
            <a:off x="8490765" y="3797091"/>
            <a:ext cx="432000" cy="432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62" name="TextBox 9">
            <a:extLst>
              <a:ext uri="{FF2B5EF4-FFF2-40B4-BE49-F238E27FC236}">
                <a16:creationId xmlns:a16="http://schemas.microsoft.com/office/drawing/2014/main" id="{FB96533C-A33A-742D-7473-7C156DB473FE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995134" y="4238432"/>
            <a:ext cx="1414190" cy="43088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 algn="ctr" eaLnBrk="1" hangingPunct="1"/>
            <a:r>
              <a:rPr lang="en-US" altLang="en-US" sz="1050" dirty="0">
                <a:latin typeface="Arial" panose="020B0604020202020204" pitchFamily="34" charset="0"/>
                <a:ea typeface="Amazon Ember" panose="020B0603020204020204" pitchFamily="34" charset="0"/>
                <a:cs typeface="Arial" panose="020B0604020202020204" pitchFamily="34" charset="0"/>
              </a:rPr>
              <a:t>Amazon Aurora</a:t>
            </a:r>
          </a:p>
          <a:p>
            <a:pPr algn="ctr" eaLnBrk="1" hangingPunct="1"/>
            <a:r>
              <a:rPr lang="en-US" altLang="en-US" sz="1050" dirty="0" err="1">
                <a:latin typeface="Arial" panose="020B0604020202020204" pitchFamily="34" charset="0"/>
                <a:ea typeface="Amazon Ember" panose="020B0603020204020204" pitchFamily="34" charset="0"/>
                <a:cs typeface="Arial" panose="020B0604020202020204" pitchFamily="34" charset="0"/>
              </a:rPr>
              <a:t>postgreSQL</a:t>
            </a:r>
            <a:endParaRPr lang="en-US" altLang="en-US" sz="1050" dirty="0">
              <a:latin typeface="Arial" panose="020B0604020202020204" pitchFamily="34" charset="0"/>
              <a:ea typeface="Amazon Ember" panose="020B0603020204020204" pitchFamily="34" charset="0"/>
              <a:cs typeface="Arial" panose="020B0604020202020204" pitchFamily="34" charset="0"/>
            </a:endParaRPr>
          </a:p>
        </p:txBody>
      </p:sp>
      <p:sp>
        <p:nvSpPr>
          <p:cNvPr id="66" name="角丸四角形 65">
            <a:extLst>
              <a:ext uri="{FF2B5EF4-FFF2-40B4-BE49-F238E27FC236}">
                <a16:creationId xmlns:a16="http://schemas.microsoft.com/office/drawing/2014/main" id="{A8A0C8BF-BAA1-E314-6A68-380AEC5A28BE}"/>
              </a:ext>
            </a:extLst>
          </p:cNvPr>
          <p:cNvSpPr/>
          <p:nvPr/>
        </p:nvSpPr>
        <p:spPr>
          <a:xfrm>
            <a:off x="5159529" y="3811995"/>
            <a:ext cx="900000" cy="396000"/>
          </a:xfrm>
          <a:prstGeom prst="round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1100" dirty="0"/>
              <a:t>Stands Agent</a:t>
            </a:r>
            <a:endParaRPr kumimoji="1" lang="ja-JP" altLang="en-US" sz="1100" dirty="0" err="1"/>
          </a:p>
        </p:txBody>
      </p:sp>
      <p:sp>
        <p:nvSpPr>
          <p:cNvPr id="67" name="角丸四角形 66">
            <a:extLst>
              <a:ext uri="{FF2B5EF4-FFF2-40B4-BE49-F238E27FC236}">
                <a16:creationId xmlns:a16="http://schemas.microsoft.com/office/drawing/2014/main" id="{B884FDD3-9565-BFE6-FD06-6BFAD329ECFF}"/>
              </a:ext>
            </a:extLst>
          </p:cNvPr>
          <p:cNvSpPr/>
          <p:nvPr/>
        </p:nvSpPr>
        <p:spPr>
          <a:xfrm>
            <a:off x="5172640" y="4490734"/>
            <a:ext cx="900000" cy="396000"/>
          </a:xfrm>
          <a:prstGeom prst="round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1100" dirty="0"/>
              <a:t>Amazon Q Developer</a:t>
            </a:r>
            <a:endParaRPr kumimoji="1" lang="ja-JP" altLang="en-US" sz="1100" dirty="0" err="1"/>
          </a:p>
        </p:txBody>
      </p:sp>
      <p:sp>
        <p:nvSpPr>
          <p:cNvPr id="68" name="角丸四角形 67">
            <a:extLst>
              <a:ext uri="{FF2B5EF4-FFF2-40B4-BE49-F238E27FC236}">
                <a16:creationId xmlns:a16="http://schemas.microsoft.com/office/drawing/2014/main" id="{39E0B328-1AF5-8D3B-15DF-4640FAFFE5EC}"/>
              </a:ext>
            </a:extLst>
          </p:cNvPr>
          <p:cNvSpPr/>
          <p:nvPr/>
        </p:nvSpPr>
        <p:spPr>
          <a:xfrm>
            <a:off x="6562452" y="3820943"/>
            <a:ext cx="252000" cy="1080000"/>
          </a:xfrm>
          <a:prstGeom prst="round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eaVert" rtlCol="0" anchor="ctr"/>
          <a:lstStyle/>
          <a:p>
            <a:pPr algn="ctr"/>
            <a:r>
              <a:rPr kumimoji="1" lang="en-US" altLang="ja-JP" sz="1100" dirty="0"/>
              <a:t>MCP Server</a:t>
            </a:r>
            <a:endParaRPr kumimoji="1" lang="ja-JP" altLang="en-US" sz="1100" dirty="0" err="1"/>
          </a:p>
        </p:txBody>
      </p:sp>
      <p:sp>
        <p:nvSpPr>
          <p:cNvPr id="70" name="円柱 69">
            <a:extLst>
              <a:ext uri="{FF2B5EF4-FFF2-40B4-BE49-F238E27FC236}">
                <a16:creationId xmlns:a16="http://schemas.microsoft.com/office/drawing/2014/main" id="{057A7E8D-F7D2-D9A0-0D0C-78848D699BA9}"/>
              </a:ext>
            </a:extLst>
          </p:cNvPr>
          <p:cNvSpPr/>
          <p:nvPr/>
        </p:nvSpPr>
        <p:spPr>
          <a:xfrm>
            <a:off x="7277614" y="4334573"/>
            <a:ext cx="540000" cy="576000"/>
          </a:xfrm>
          <a:prstGeom prst="can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r>
              <a:rPr kumimoji="1" lang="en-US" altLang="ja-JP" sz="1000" dirty="0"/>
              <a:t>Oracle</a:t>
            </a:r>
          </a:p>
          <a:p>
            <a:pPr algn="ctr"/>
            <a:r>
              <a:rPr kumimoji="1" lang="en-US" altLang="ja-JP" sz="1000" dirty="0"/>
              <a:t>DB</a:t>
            </a:r>
            <a:endParaRPr kumimoji="1" lang="ja-JP" altLang="en-US" sz="1000" dirty="0" err="1"/>
          </a:p>
        </p:txBody>
      </p:sp>
      <p:cxnSp>
        <p:nvCxnSpPr>
          <p:cNvPr id="76" name="直線矢印コネクタ 75">
            <a:extLst>
              <a:ext uri="{FF2B5EF4-FFF2-40B4-BE49-F238E27FC236}">
                <a16:creationId xmlns:a16="http://schemas.microsoft.com/office/drawing/2014/main" id="{1494CD6B-D975-600C-E667-FA68F91B111F}"/>
              </a:ext>
            </a:extLst>
          </p:cNvPr>
          <p:cNvCxnSpPr>
            <a:cxnSpLocks/>
            <a:endCxn id="4" idx="1"/>
          </p:cNvCxnSpPr>
          <p:nvPr/>
        </p:nvCxnSpPr>
        <p:spPr>
          <a:xfrm>
            <a:off x="1449659" y="4323378"/>
            <a:ext cx="1190017" cy="8549"/>
          </a:xfrm>
          <a:prstGeom prst="straightConnector1">
            <a:avLst/>
          </a:prstGeom>
          <a:ln w="19050" cap="rnd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9" name="直線矢印コネクタ 78">
            <a:extLst>
              <a:ext uri="{FF2B5EF4-FFF2-40B4-BE49-F238E27FC236}">
                <a16:creationId xmlns:a16="http://schemas.microsoft.com/office/drawing/2014/main" id="{78321E9C-121B-886A-25CE-7D5154C0C2DC}"/>
              </a:ext>
            </a:extLst>
          </p:cNvPr>
          <p:cNvCxnSpPr>
            <a:cxnSpLocks/>
          </p:cNvCxnSpPr>
          <p:nvPr/>
        </p:nvCxnSpPr>
        <p:spPr>
          <a:xfrm>
            <a:off x="6079407" y="3993213"/>
            <a:ext cx="468000" cy="0"/>
          </a:xfrm>
          <a:prstGeom prst="straightConnector1">
            <a:avLst/>
          </a:prstGeom>
          <a:ln w="19050" cap="rnd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2" name="直線矢印コネクタ 81">
            <a:extLst>
              <a:ext uri="{FF2B5EF4-FFF2-40B4-BE49-F238E27FC236}">
                <a16:creationId xmlns:a16="http://schemas.microsoft.com/office/drawing/2014/main" id="{5D9930D2-04BE-1E36-3CC4-A7890FC10B0F}"/>
              </a:ext>
            </a:extLst>
          </p:cNvPr>
          <p:cNvCxnSpPr>
            <a:cxnSpLocks/>
          </p:cNvCxnSpPr>
          <p:nvPr/>
        </p:nvCxnSpPr>
        <p:spPr>
          <a:xfrm>
            <a:off x="6092518" y="4688734"/>
            <a:ext cx="468000" cy="0"/>
          </a:xfrm>
          <a:prstGeom prst="straightConnector1">
            <a:avLst/>
          </a:prstGeom>
          <a:ln w="19050" cap="rnd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6" name="直線矢印コネクタ 85">
            <a:extLst>
              <a:ext uri="{FF2B5EF4-FFF2-40B4-BE49-F238E27FC236}">
                <a16:creationId xmlns:a16="http://schemas.microsoft.com/office/drawing/2014/main" id="{BB009A0A-CA29-3898-080B-F67A5ADEC5A2}"/>
              </a:ext>
            </a:extLst>
          </p:cNvPr>
          <p:cNvCxnSpPr>
            <a:cxnSpLocks/>
          </p:cNvCxnSpPr>
          <p:nvPr/>
        </p:nvCxnSpPr>
        <p:spPr>
          <a:xfrm>
            <a:off x="6814452" y="3993213"/>
            <a:ext cx="1658151" cy="0"/>
          </a:xfrm>
          <a:prstGeom prst="straightConnector1">
            <a:avLst/>
          </a:prstGeom>
          <a:ln w="19050" cap="rnd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3" name="直線矢印コネクタ 92">
            <a:extLst>
              <a:ext uri="{FF2B5EF4-FFF2-40B4-BE49-F238E27FC236}">
                <a16:creationId xmlns:a16="http://schemas.microsoft.com/office/drawing/2014/main" id="{D4BACEBA-2616-F53B-27F9-3E09E213DD44}"/>
              </a:ext>
            </a:extLst>
          </p:cNvPr>
          <p:cNvCxnSpPr>
            <a:cxnSpLocks/>
          </p:cNvCxnSpPr>
          <p:nvPr/>
        </p:nvCxnSpPr>
        <p:spPr>
          <a:xfrm>
            <a:off x="6827853" y="4689510"/>
            <a:ext cx="468000" cy="0"/>
          </a:xfrm>
          <a:prstGeom prst="straightConnector1">
            <a:avLst/>
          </a:prstGeom>
          <a:ln w="19050" cap="rnd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5" name="TextBox 30">
            <a:extLst>
              <a:ext uri="{FF2B5EF4-FFF2-40B4-BE49-F238E27FC236}">
                <a16:creationId xmlns:a16="http://schemas.microsoft.com/office/drawing/2014/main" id="{F942525D-4F4E-0C6C-54F5-28689639BA70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88105" y="4558328"/>
            <a:ext cx="1135585" cy="25391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 algn="ctr" eaLnBrk="1" hangingPunct="1"/>
            <a:r>
              <a:rPr lang="en-US" altLang="en-US" sz="1050" dirty="0" err="1">
                <a:latin typeface="Arial" panose="020B0604020202020204" pitchFamily="34" charset="0"/>
                <a:cs typeface="Arial" panose="020B0604020202020204" pitchFamily="34" charset="0"/>
              </a:rPr>
              <a:t>ユーザ</a:t>
            </a:r>
            <a:endParaRPr lang="en-US" altLang="en-US" sz="105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4" name="Graphic 6" descr="Endpoint resource icon for the Amazon API Gateway service.">
            <a:extLst>
              <a:ext uri="{FF2B5EF4-FFF2-40B4-BE49-F238E27FC236}">
                <a16:creationId xmlns:a16="http://schemas.microsoft.com/office/drawing/2014/main" id="{C1A8859B-82F8-F76E-D109-DE287A32E1C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7">
            <a:extLst>
              <a:ext uri="{96DAC541-7B7A-43D3-8B79-37D633B846F1}">
                <asvg:svgBlip xmlns:asvg="http://schemas.microsoft.com/office/drawing/2016/SVG/main" r:embed="rId18"/>
              </a:ext>
            </a:extLst>
          </a:blip>
          <a:srcRect/>
          <a:stretch/>
        </p:blipFill>
        <p:spPr bwMode="auto">
          <a:xfrm>
            <a:off x="2639676" y="4103327"/>
            <a:ext cx="457200" cy="4572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5" name="TextBox 16">
            <a:extLst>
              <a:ext uri="{FF2B5EF4-FFF2-40B4-BE49-F238E27FC236}">
                <a16:creationId xmlns:a16="http://schemas.microsoft.com/office/drawing/2014/main" id="{8D876428-C144-EEF0-D77F-972B2991015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224375" y="4539996"/>
            <a:ext cx="1468727" cy="43088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 algn="ctr" eaLnBrk="1" hangingPunct="1"/>
            <a:r>
              <a:rPr lang="en-US" altLang="en-US" sz="1100" dirty="0">
                <a:latin typeface="Arial" panose="020B0604020202020204" pitchFamily="34" charset="0"/>
                <a:ea typeface="Amazon Ember" panose="020B0603020204020204" pitchFamily="34" charset="0"/>
                <a:cs typeface="Arial" panose="020B0604020202020204" pitchFamily="34" charset="0"/>
              </a:rPr>
              <a:t>EC2 Instance Connect Endpoint</a:t>
            </a:r>
          </a:p>
        </p:txBody>
      </p:sp>
      <p:pic>
        <p:nvPicPr>
          <p:cNvPr id="6" name="Graphic 31" descr="Elastic network interface resource icon for the Amazon VPC service.&#10;">
            <a:extLst>
              <a:ext uri="{FF2B5EF4-FFF2-40B4-BE49-F238E27FC236}">
                <a16:creationId xmlns:a16="http://schemas.microsoft.com/office/drawing/2014/main" id="{0E9D5816-5E4C-9C02-1968-4A73F55F1DEC}"/>
              </a:ext>
            </a:extLst>
          </p:cNvPr>
          <p:cNvPicPr>
            <a:picLocks noChangeAspect="1"/>
          </p:cNvPicPr>
          <p:nvPr/>
        </p:nvPicPr>
        <p:blipFill>
          <a:blip r:embed="rId19">
            <a:extLst>
              <a:ext uri="{96DAC541-7B7A-43D3-8B79-37D633B846F1}">
                <asvg:svgBlip xmlns:asvg="http://schemas.microsoft.com/office/drawing/2016/SVG/main" r:embed="rId20"/>
              </a:ext>
            </a:extLst>
          </a:blip>
          <a:stretch>
            <a:fillRect/>
          </a:stretch>
        </p:blipFill>
        <p:spPr>
          <a:xfrm>
            <a:off x="4321335" y="4092176"/>
            <a:ext cx="457200" cy="457200"/>
          </a:xfrm>
          <a:prstGeom prst="rect">
            <a:avLst/>
          </a:prstGeom>
        </p:spPr>
      </p:pic>
      <p:sp>
        <p:nvSpPr>
          <p:cNvPr id="7" name="TextBox 18">
            <a:extLst>
              <a:ext uri="{FF2B5EF4-FFF2-40B4-BE49-F238E27FC236}">
                <a16:creationId xmlns:a16="http://schemas.microsoft.com/office/drawing/2014/main" id="{048344A8-5C99-9C36-7FF1-8516FD82302E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878509" y="4534028"/>
            <a:ext cx="1342852" cy="43088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 algn="ctr" eaLnBrk="1" hangingPunct="1"/>
            <a:r>
              <a:rPr lang="en-US" altLang="en-US" sz="1100" dirty="0">
                <a:latin typeface="Arial" panose="020B0604020202020204" pitchFamily="34" charset="0"/>
                <a:ea typeface="Amazon Ember" panose="020B0603020204020204" pitchFamily="34" charset="0"/>
                <a:cs typeface="Arial" panose="020B0604020202020204" pitchFamily="34" charset="0"/>
              </a:rPr>
              <a:t>Elastic network interface</a:t>
            </a:r>
          </a:p>
        </p:txBody>
      </p:sp>
      <p:cxnSp>
        <p:nvCxnSpPr>
          <p:cNvPr id="12" name="直線矢印コネクタ 11">
            <a:extLst>
              <a:ext uri="{FF2B5EF4-FFF2-40B4-BE49-F238E27FC236}">
                <a16:creationId xmlns:a16="http://schemas.microsoft.com/office/drawing/2014/main" id="{B8E0C7D4-5407-E31D-D715-EB067CE56438}"/>
              </a:ext>
            </a:extLst>
          </p:cNvPr>
          <p:cNvCxnSpPr>
            <a:cxnSpLocks/>
          </p:cNvCxnSpPr>
          <p:nvPr/>
        </p:nvCxnSpPr>
        <p:spPr>
          <a:xfrm>
            <a:off x="3085943" y="4307144"/>
            <a:ext cx="1190017" cy="8549"/>
          </a:xfrm>
          <a:prstGeom prst="straightConnector1">
            <a:avLst/>
          </a:prstGeom>
          <a:ln w="19050" cap="rnd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直線矢印コネクタ 12">
            <a:extLst>
              <a:ext uri="{FF2B5EF4-FFF2-40B4-BE49-F238E27FC236}">
                <a16:creationId xmlns:a16="http://schemas.microsoft.com/office/drawing/2014/main" id="{FB8AD1DC-A54B-34A6-AC9F-4B78F8090165}"/>
              </a:ext>
            </a:extLst>
          </p:cNvPr>
          <p:cNvCxnSpPr>
            <a:cxnSpLocks/>
            <a:stCxn id="6" idx="3"/>
          </p:cNvCxnSpPr>
          <p:nvPr/>
        </p:nvCxnSpPr>
        <p:spPr>
          <a:xfrm flipV="1">
            <a:off x="4778535" y="4315693"/>
            <a:ext cx="293568" cy="5083"/>
          </a:xfrm>
          <a:prstGeom prst="straightConnector1">
            <a:avLst/>
          </a:prstGeom>
          <a:ln w="19050" cap="rnd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822487200"/>
      </p:ext>
    </p:extLst>
  </p:cSld>
  <p:clrMapOvr>
    <a:masterClrMapping/>
  </p:clrMapOvr>
  <p:transition>
    <p:fade/>
  </p:transition>
</p:sld>
</file>

<file path=ppt/theme/theme1.xml><?xml version="1.0" encoding="utf-8"?>
<a:theme xmlns:a="http://schemas.openxmlformats.org/drawingml/2006/main" name="1_AWS Brand Template_Dark">
  <a:themeElements>
    <a:clrScheme name="AWS Template">
      <a:dk1>
        <a:srgbClr val="161E2D"/>
      </a:dk1>
      <a:lt1>
        <a:srgbClr val="FFFFFF"/>
      </a:lt1>
      <a:dk2>
        <a:srgbClr val="00193D"/>
      </a:dk2>
      <a:lt2>
        <a:srgbClr val="F5F7FF"/>
      </a:lt2>
      <a:accent1>
        <a:srgbClr val="0073E5"/>
      </a:accent1>
      <a:accent2>
        <a:srgbClr val="FF6A3D"/>
      </a:accent2>
      <a:accent3>
        <a:srgbClr val="5900B2"/>
      </a:accent3>
      <a:accent4>
        <a:srgbClr val="001A99"/>
      </a:accent4>
      <a:accent5>
        <a:srgbClr val="C300E0"/>
      </a:accent5>
      <a:accent6>
        <a:srgbClr val="00E500"/>
      </a:accent6>
      <a:hlink>
        <a:srgbClr val="42B4FF"/>
      </a:hlink>
      <a:folHlink>
        <a:srgbClr val="B2A8FF"/>
      </a:folHlink>
    </a:clrScheme>
    <a:fontScheme name="ユーザー定義 2">
      <a:majorFont>
        <a:latin typeface="Amazon Ember Display"/>
        <a:ea typeface="メイリオ"/>
        <a:cs typeface=""/>
      </a:majorFont>
      <a:minorFont>
        <a:latin typeface="Amazon Ember Display"/>
        <a:ea typeface="メイリオ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accent6"/>
        </a:solidFill>
        <a:ln>
          <a:noFill/>
        </a:ln>
      </a:spPr>
      <a:bodyPr rtlCol="0" anchor="ctr"/>
      <a:lstStyle>
        <a:defPPr algn="ctr">
          <a:defRPr dirty="0" err="1" smtClean="0"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19050" cap="rnd">
          <a:solidFill>
            <a:schemeClr val="tx1"/>
          </a:solidFill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noFill/>
      </a:spPr>
      <a:bodyPr wrap="square" lIns="0" rIns="0" rtlCol="0">
        <a:spAutoFit/>
      </a:bodyPr>
      <a:lstStyle>
        <a:defPPr algn="ctr">
          <a:defRPr dirty="0" err="1" smtClean="0"/>
        </a:defPPr>
      </a:lstStyle>
    </a:txDef>
  </a:objectDefaults>
  <a:extraClrSchemeLst/>
  <a:extLst>
    <a:ext uri="{05A4C25C-085E-4340-85A3-A5531E510DB2}">
      <thm15:themeFamily xmlns:thm15="http://schemas.microsoft.com/office/thememl/2012/main" name="Presentation1" id="{10B1A1AB-66E2-4EB3-B743-8516223C8CA5}" vid="{207657F2-C1D5-4C9A-A624-35CD9B124E5E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2892946DCD6EF84A8AD3B83D0B57F8EB" ma:contentTypeVersion="17" ma:contentTypeDescription="Create a new document." ma:contentTypeScope="" ma:versionID="b42be05bc74378c37795d3f925fb4a01">
  <xsd:schema xmlns:xsd="http://www.w3.org/2001/XMLSchema" xmlns:xs="http://www.w3.org/2001/XMLSchema" xmlns:p="http://schemas.microsoft.com/office/2006/metadata/properties" xmlns:ns2="5858525f-8556-4a49-8c5b-46c9ac02e9a8" xmlns:ns3="c15da466-223d-4a9a-9a5d-eb2bee72a60a" targetNamespace="http://schemas.microsoft.com/office/2006/metadata/properties" ma:root="true" ma:fieldsID="6370dd56b8fb32e5b01a7594ec1f1abe" ns2:_="" ns3:_="">
    <xsd:import namespace="5858525f-8556-4a49-8c5b-46c9ac02e9a8"/>
    <xsd:import namespace="c15da466-223d-4a9a-9a5d-eb2bee72a60a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AutoKeyPoints" minOccurs="0"/>
                <xsd:element ref="ns2:MediaServiceKeyPoints" minOccurs="0"/>
                <xsd:element ref="ns2:MediaServiceDateTaken" minOccurs="0"/>
                <xsd:element ref="ns2:MediaServiceAutoTags" minOccurs="0"/>
                <xsd:element ref="ns2:MediaServiceOCR" minOccurs="0"/>
                <xsd:element ref="ns2:MediaServiceGenerationTime" minOccurs="0"/>
                <xsd:element ref="ns2:MediaServiceEventHashCode" minOccurs="0"/>
                <xsd:element ref="ns2:MediaServiceLocation" minOccurs="0"/>
                <xsd:element ref="ns3:SharedWithUsers" minOccurs="0"/>
                <xsd:element ref="ns3:SharedWithDetails" minOccurs="0"/>
                <xsd:element ref="ns2:MediaLengthInSeconds" minOccurs="0"/>
                <xsd:element ref="ns2:lcf76f155ced4ddcb4097134ff3c332f" minOccurs="0"/>
                <xsd:element ref="ns3:TaxCatchAll" minOccurs="0"/>
                <xsd:element ref="ns2:MediaServiceObjectDetectorVersion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5858525f-8556-4a49-8c5b-46c9ac02e9a8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AutoKeyPoints" ma:index="10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1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  <xsd:element name="MediaServiceDateTaken" ma:index="12" nillable="true" ma:displayName="MediaServiceDateTaken" ma:hidden="true" ma:internalName="MediaServiceDateTaken" ma:readOnly="true">
      <xsd:simpleType>
        <xsd:restriction base="dms:Text"/>
      </xsd:simpleType>
    </xsd:element>
    <xsd:element name="MediaServiceAutoTags" ma:index="13" nillable="true" ma:displayName="Tags" ma:internalName="MediaServiceAutoTags" ma:readOnly="true">
      <xsd:simpleType>
        <xsd:restriction base="dms:Text"/>
      </xsd:simpleType>
    </xsd:element>
    <xsd:element name="MediaServiceOCR" ma:index="14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5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6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Location" ma:index="17" nillable="true" ma:displayName="Location" ma:internalName="MediaServiceLocation" ma:readOnly="true">
      <xsd:simpleType>
        <xsd:restriction base="dms:Text"/>
      </xsd:simpleType>
    </xsd:element>
    <xsd:element name="MediaLengthInSeconds" ma:index="20" nillable="true" ma:displayName="Length (seconds)" ma:internalName="MediaLengthInSeconds" ma:readOnly="true">
      <xsd:simpleType>
        <xsd:restriction base="dms:Unknown"/>
      </xsd:simpleType>
    </xsd:element>
    <xsd:element name="lcf76f155ced4ddcb4097134ff3c332f" ma:index="22" nillable="true" ma:taxonomy="true" ma:internalName="lcf76f155ced4ddcb4097134ff3c332f" ma:taxonomyFieldName="MediaServiceImageTags" ma:displayName="Image Tags" ma:readOnly="false" ma:fieldId="{5cf76f15-5ced-4ddc-b409-7134ff3c332f}" ma:taxonomyMulti="true" ma:sspId="d5f7a6da-46ba-41bd-8ba0-cc4b0a852eb5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ObjectDetectorVersions" ma:index="24" nillable="true" ma:displayName="MediaServiceObjectDetectorVersions" ma:description="" ma:hidden="true" ma:indexed="true" ma:internalName="MediaServiceObjectDetectorVersions" ma:readOnly="tru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c15da466-223d-4a9a-9a5d-eb2bee72a60a" elementFormDefault="qualified">
    <xsd:import namespace="http://schemas.microsoft.com/office/2006/documentManagement/types"/>
    <xsd:import namespace="http://schemas.microsoft.com/office/infopath/2007/PartnerControls"/>
    <xsd:element name="SharedWithUsers" ma:index="18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9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  <xsd:element name="TaxCatchAll" ma:index="23" nillable="true" ma:displayName="Taxonomy Catch All Column" ma:hidden="true" ma:list="{b571200c-446a-409a-b41b-83406df47733}" ma:internalName="TaxCatchAll" ma:showField="CatchAllData" ma:web="c15da466-223d-4a9a-9a5d-eb2bee72a60a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lcf76f155ced4ddcb4097134ff3c332f xmlns="5858525f-8556-4a49-8c5b-46c9ac02e9a8">
      <Terms xmlns="http://schemas.microsoft.com/office/infopath/2007/PartnerControls"/>
    </lcf76f155ced4ddcb4097134ff3c332f>
    <TaxCatchAll xmlns="c15da466-223d-4a9a-9a5d-eb2bee72a60a" xsi:nil="true"/>
  </documentManagement>
</p:properties>
</file>

<file path=customXml/itemProps1.xml><?xml version="1.0" encoding="utf-8"?>
<ds:datastoreItem xmlns:ds="http://schemas.openxmlformats.org/officeDocument/2006/customXml" ds:itemID="{379A09CB-99D1-4CE1-93AE-964D83FB2A11}">
  <ds:schemaRefs>
    <ds:schemaRef ds:uri="5858525f-8556-4a49-8c5b-46c9ac02e9a8"/>
    <ds:schemaRef ds:uri="c15da466-223d-4a9a-9a5d-eb2bee72a60a"/>
    <ds:schemaRef ds:uri="http://purl.org/dc/elements/1.1/"/>
    <ds:schemaRef ds:uri="http://purl.org/dc/terms/"/>
    <ds:schemaRef ds:uri="http://schemas.microsoft.com/internal/obd"/>
    <ds:schemaRef ds:uri="http://schemas.microsoft.com/office/2006/documentManagement/types"/>
    <ds:schemaRef ds:uri="http://schemas.microsoft.com/office/2006/metadata/contentType"/>
    <ds:schemaRef ds:uri="http://schemas.microsoft.com/office/2006/metadata/properties"/>
    <ds:schemaRef ds:uri="http://schemas.microsoft.com/office/2006/metadata/properties/metaAttributes"/>
    <ds:schemaRef ds:uri="http://schemas.microsoft.com/office/infopath/2007/PartnerControls"/>
    <ds:schemaRef ds:uri="http://schemas.openxmlformats.org/package/2006/metadata/core-properties"/>
    <ds:schemaRef ds:uri="http://www.w3.org/2001/XMLSchema"/>
  </ds:schemaRefs>
</ds:datastoreItem>
</file>

<file path=customXml/itemProps2.xml><?xml version="1.0" encoding="utf-8"?>
<ds:datastoreItem xmlns:ds="http://schemas.openxmlformats.org/officeDocument/2006/customXml" ds:itemID="{3D7F2428-6C02-4D32-B14D-EBC3389A58AD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5B8EE619-C8F3-4123-BB4D-06897928292C}">
  <ds:schemaRefs>
    <ds:schemaRef ds:uri="http://www.w3.org/XML/1998/namespace"/>
    <ds:schemaRef ds:uri="http://schemas.microsoft.com/office/2006/documentManagement/types"/>
    <ds:schemaRef ds:uri="c15da466-223d-4a9a-9a5d-eb2bee72a60a"/>
    <ds:schemaRef ds:uri="http://purl.org/dc/dcmitype/"/>
    <ds:schemaRef ds:uri="http://schemas.microsoft.com/office/infopath/2007/PartnerControls"/>
    <ds:schemaRef ds:uri="http://schemas.openxmlformats.org/package/2006/metadata/core-properties"/>
    <ds:schemaRef ds:uri="http://schemas.microsoft.com/office/2006/metadata/properties"/>
    <ds:schemaRef ds:uri="5858525f-8556-4a49-8c5b-46c9ac02e9a8"/>
    <ds:schemaRef ds:uri="http://purl.org/dc/terms/"/>
    <ds:schemaRef ds:uri="http://purl.org/dc/elements/1.1/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26782</TotalTime>
  <Words>47</Words>
  <Application>Microsoft Macintosh PowerPoint</Application>
  <PresentationFormat>ワイド画面</PresentationFormat>
  <Paragraphs>18</Paragraphs>
  <Slides>1</Slides>
  <Notes>1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4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1</vt:i4>
      </vt:variant>
    </vt:vector>
  </HeadingPairs>
  <TitlesOfParts>
    <vt:vector size="6" baseType="lpstr">
      <vt:lpstr>Amazon Ember Display</vt:lpstr>
      <vt:lpstr>Arial</vt:lpstr>
      <vt:lpstr>Calibri</vt:lpstr>
      <vt:lpstr>Wingdings</vt:lpstr>
      <vt:lpstr>1_AWS Brand Template_Dark</vt:lpstr>
      <vt:lpstr>SQL Converter Agent Architecture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Journey</dc:title>
  <dc:creator>Thad Allen</dc:creator>
  <cp:lastModifiedBy>Go, Kazuhito</cp:lastModifiedBy>
  <cp:revision>127</cp:revision>
  <dcterms:created xsi:type="dcterms:W3CDTF">2023-07-18T17:07:11Z</dcterms:created>
  <dcterms:modified xsi:type="dcterms:W3CDTF">2025-11-12T00:49:49Z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0x0101002892946DCD6EF84A8AD3B83D0B57F8EB</vt:lpwstr>
  </property>
  <property fmtid="{D5CDD505-2E9C-101B-9397-08002B2CF9AE}" pid="3" name="MediaServiceImageTags">
    <vt:lpwstr/>
  </property>
  <property fmtid="{D5CDD505-2E9C-101B-9397-08002B2CF9AE}" pid="4" name="MSIP_Label_19e68092-05df-4271-8e3e-b2a4c82ba797_Enabled">
    <vt:lpwstr>true</vt:lpwstr>
  </property>
  <property fmtid="{D5CDD505-2E9C-101B-9397-08002B2CF9AE}" pid="5" name="MSIP_Label_19e68092-05df-4271-8e3e-b2a4c82ba797_SetDate">
    <vt:lpwstr>2025-08-12T01:53:50Z</vt:lpwstr>
  </property>
  <property fmtid="{D5CDD505-2E9C-101B-9397-08002B2CF9AE}" pid="6" name="MSIP_Label_19e68092-05df-4271-8e3e-b2a4c82ba797_Method">
    <vt:lpwstr>Standard</vt:lpwstr>
  </property>
  <property fmtid="{D5CDD505-2E9C-101B-9397-08002B2CF9AE}" pid="7" name="MSIP_Label_19e68092-05df-4271-8e3e-b2a4c82ba797_Name">
    <vt:lpwstr>Amazon Confidential</vt:lpwstr>
  </property>
  <property fmtid="{D5CDD505-2E9C-101B-9397-08002B2CF9AE}" pid="8" name="MSIP_Label_19e68092-05df-4271-8e3e-b2a4c82ba797_SiteId">
    <vt:lpwstr>5280104a-472d-4538-9ccf-1e1d0efe8b1b</vt:lpwstr>
  </property>
  <property fmtid="{D5CDD505-2E9C-101B-9397-08002B2CF9AE}" pid="9" name="MSIP_Label_19e68092-05df-4271-8e3e-b2a4c82ba797_ActionId">
    <vt:lpwstr>58e3f2e9-1cc0-4828-8e46-0d9edc5982bc</vt:lpwstr>
  </property>
  <property fmtid="{D5CDD505-2E9C-101B-9397-08002B2CF9AE}" pid="10" name="MSIP_Label_19e68092-05df-4271-8e3e-b2a4c82ba797_ContentBits">
    <vt:lpwstr>0</vt:lpwstr>
  </property>
  <property fmtid="{D5CDD505-2E9C-101B-9397-08002B2CF9AE}" pid="11" name="MSIP_Label_19e68092-05df-4271-8e3e-b2a4c82ba797_Tag">
    <vt:lpwstr>10, 3, 0, 1</vt:lpwstr>
  </property>
</Properties>
</file>